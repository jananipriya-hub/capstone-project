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22D3EE"/>
                </a:solidFill>
                <a:latin typeface="Segoe UI"/>
              </a:defRPr>
            </a:pPr>
            <a:r>
              <a:t>Credit Risk Analysis &amp; Loan Underwriting System</a:t>
            </a:r>
          </a:p>
          <a:p>
            <a:pPr>
              <a:defRPr sz="2000">
                <a:solidFill>
                  <a:srgbClr val="8CA8C6"/>
                </a:solidFill>
                <a:latin typeface="Segoe UI"/>
              </a:defRPr>
            </a:pPr>
            <a:r>
              <a:t>Machine Learning-Powered Decision Support Platform</a:t>
            </a:r>
            <a:br/>
            <a:r>
              <a:t>Author: Janani Priya N. | B.Tech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The Challenge of Modern Lending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Financial institutions face substantial monetary exposure and risk from high loan default rates.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Traditional manual underwriting processes are slow, inconsistent, and prone to human oversight.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Objective: Build an automated, intelligent classification platform that evaluates loan applicants in real-time.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Calculates precise default probabilities and explains underwriting decisions transparently.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Data Engineering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Source Data: Cleaned credit risk dataset featuring applicant demographics, financial history, and loan metrics.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Feature Engineering: Mapped ordinal loan grades (A–G), created Debt-to-Income (DTI) ratios, and extracted credit history depth.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Handling Imbalance: Applied class_weight='balanced' during model training to ensure proper detection of minority default classes.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Key Risk Drivers &amp; Data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Income Impact: Lower annual income brackets show a higher concentration of defaults.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Loan Intent Risk: Debt consolidation and home improvement loans exhibit higher default rates.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Credit Depth: Shorter credit history lengths strongly correlate with increased default vulnerability.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645920"/>
            <a:ext cx="4114800" cy="4114800"/>
          </a:xfrm>
          <a:prstGeom prst="rect">
            <a:avLst/>
          </a:prstGeom>
          <a:solidFill>
            <a:srgbClr val="0E2A4D"/>
          </a:solidFill>
          <a:ln>
            <a:solidFill>
              <a:srgbClr val="1C4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8CA8C6"/>
                </a:solidFill>
              </a:defRPr>
            </a:pPr>
            <a:br/>
            <a:br/>
            <a:r>
              <a:t>[ Insert eda_income_patterns_dark.png here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Predictive Modeling: Random Forest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Algorithm Selection: Random Forest chosen for high resistance to overfitting and capability to capture non-linear interactions.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Evaluation Metrics: Achieved an exceptional ROC-AUC score of ~0.93, proving powerful discrimination capability.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Model Artifacts: Serialized model (credit_risk_rf_model.pkl), scalers, and feature lists saved for production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Production Deployment &amp; Interactive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Tech Stack: Built with Python, Scikit-Learn, Streamlit, Pandas, and Seaborn; version controlled via GitHub.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UI Features: Modular sidebar navigation, secure modal user login, and persistent session audit logging.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Explainability ('Why This Score'): Generates automated explanations detailing DTI ratios, loan grades, and credit depth.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645920"/>
            <a:ext cx="4114800" cy="4114800"/>
          </a:xfrm>
          <a:prstGeom prst="rect">
            <a:avLst/>
          </a:prstGeom>
          <a:solidFill>
            <a:srgbClr val="0E2A4D"/>
          </a:solidFill>
          <a:ln>
            <a:solidFill>
              <a:srgbClr val="1C4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8CA8C6"/>
                </a:solidFill>
              </a:defRPr>
            </a:pPr>
            <a:br/>
            <a:br/>
            <a:r>
              <a:t>[ Insert Streamlit Input &amp; Prediction Screenshot / Chart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Impact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Business Value: Streamlines institutional decision-making, cuts down manual review time, and provides transparent audit trails.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Future Scope: Integrate live credit bureau APIs for automated background pulls and expand cloud monitoring pipelines.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• Conclusion: Successfully delivered a fully functional, theme-adaptive, production-ready machine learning web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